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type2100/orca-orchestrate-engineering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하네스 포트폴리오 1장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하네스 포트폴리오 2장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https://github.com/dtype2100/orca-orchestrate-engineering">
            <a:hlinkClick r:id="rId3" tooltip="https://github.com/dtype2100/orca-orchestrate-engineering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0603" y="4823291"/>
            <a:ext cx="3499244" cy="2311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하네스 포트폴리오 3장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하네스 포트폴리오 4장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하네스 포트폴리오 5장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하네스 포트폴리오 6장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하네스 포트폴리오 7장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하네스 포트폴리오 8장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하네스 포트폴리오 9장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하네스 포트폴리오 10장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하네스 포트폴리오 11장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하네스 포트폴리오 2026</dc:title>
  <dc:subject>PptxGenJS Presentation</dc:subject>
  <dc:creator>jinlee</dc:creator>
  <cp:lastModifiedBy>jinlee</cp:lastModifiedBy>
  <cp:revision>1</cp:revision>
  <dcterms:created xsi:type="dcterms:W3CDTF">2026-09-27T17:15:43Z</dcterms:created>
  <dcterms:modified xsi:type="dcterms:W3CDTF">2026-09-27T17:15:43Z</dcterms:modified>
</cp:coreProperties>
</file>