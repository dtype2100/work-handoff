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/work-handoff" TargetMode="External"/><Relationship Id="rId5" Type="http://schemas.openxmlformats.org/officeDocument/2006/relationships/hyperlink" Target="https://github.com/dtype2100/ai-evidence-review" TargetMode="External"/><Relationship Id="rId7" Type="http://schemas.openxmlformats.org/officeDocument/2006/relationships/hyperlink" Target="https://github.com/dtype2100/orca-orchestrate-engineering" TargetMode="External"/><Relationship Id="rId9" Type="http://schemas.openxmlformats.org/officeDocument/2006/relationships/hyperlink" Target="https://www.linkedin.com/in/%EC%A7%84%EC%9B%85-%EC%9D%B4-0088421a9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image" Target="../media/image-2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/work-handoff">
            <a:hlinkClick r:id="rId3" tooltip="https://github.com/dtype2100/work-handof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247" y="3254135"/>
            <a:ext cx="2381672" cy="231196"/>
          </a:xfrm>
          <a:prstGeom prst="rect">
            <a:avLst/>
          </a:prstGeom>
        </p:spPr>
      </p:pic>
      <p:pic>
        <p:nvPicPr>
          <p:cNvPr id="4" name="Image 2" descr="https://github.com/dtype2100/ai-evidence-review">
            <a:hlinkClick r:id="rId5" tooltip="https://github.com/dtype2100/ai-evidence-review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247" y="4151602"/>
            <a:ext cx="2799351" cy="231196"/>
          </a:xfrm>
          <a:prstGeom prst="rect">
            <a:avLst/>
          </a:prstGeom>
        </p:spPr>
      </p:pic>
      <p:pic>
        <p:nvPicPr>
          <p:cNvPr id="5" name="Image 3" descr="https://github.com/dtype2100/orca-orchestrate-engineering">
            <a:hlinkClick r:id="rId7" tooltip="https://github.com/dtype2100/orca-orchestrate-engineering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247" y="4823291"/>
            <a:ext cx="3499244" cy="231196"/>
          </a:xfrm>
          <a:prstGeom prst="rect">
            <a:avLst/>
          </a:prstGeom>
        </p:spPr>
      </p:pic>
      <p:pic>
        <p:nvPicPr>
          <p:cNvPr id="6" name="Image 4" descr="https://www.linkedin.com/in/%EC%A7%84%EC%9B%85-%EC%9D%B4-0088421a9/">
            <a:hlinkClick r:id="rId9" tooltip="https://www.linkedin.com/in/%EC%A7%84%EC%9B%85-%EC%9D%B4-0088421a9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210" y="2085735"/>
            <a:ext cx="1207657" cy="219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7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8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9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0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">
            <a:hlinkClick r:id="rId3" tooltip="https://github.com/dtype2100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23" y="5009557"/>
            <a:ext cx="2206699" cy="2537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하네스 포트폴리오 2026</dc:title>
  <dc:subject>PptxGenJS Presentation</dc:subject>
  <dc:creator>jinlee</dc:creator>
  <cp:lastModifiedBy>jinlee</cp:lastModifiedBy>
  <cp:revision>1</cp:revision>
  <dcterms:created xsi:type="dcterms:W3CDTF">2026-09-27T19:07:42Z</dcterms:created>
  <dcterms:modified xsi:type="dcterms:W3CDTF">2026-09-27T19:07:42Z</dcterms:modified>
</cp:coreProperties>
</file>